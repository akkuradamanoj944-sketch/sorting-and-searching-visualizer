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Golos Text" panose="020B0604020202020204" charset="0"/>
      <p:regular r:id="rId10"/>
    </p:embeddedFont>
    <p:embeddedFont>
      <p:font typeface="Golos Text Bold" panose="020B0604020202020204" charset="0"/>
      <p:regular r:id="rId11"/>
    </p:embeddedFont>
    <p:embeddedFont>
      <p:font typeface="Golos Text Medium" panose="020B0604020202020204" charset="0"/>
      <p:regular r:id="rId12"/>
    </p:embeddedFont>
    <p:embeddedFont>
      <p:font typeface="Golos Text SemiBold" panose="020B0604020202020204" charset="0"/>
      <p:regular r:id="rId13"/>
    </p:embeddedFont>
    <p:embeddedFont>
      <p:font typeface="Playfair Display" panose="00000500000000000000" pitchFamily="2" charset="0"/>
      <p:regular r:id="rId14"/>
    </p:embeddedFont>
    <p:embeddedFont>
      <p:font typeface="Playfair Display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87299-983C-4A4C-8B39-89C1E8C3A10B}" v="4" dt="2026-10-03T06:55:2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mpati harijeeth" userId="8f4408eb0599aedb" providerId="LiveId" clId="{311C434A-F13E-461E-A1C8-BD2B0C33399E}"/>
    <pc:docChg chg="undo custSel modSld">
      <pc:chgData name="dumpati harijeeth" userId="8f4408eb0599aedb" providerId="LiveId" clId="{311C434A-F13E-461E-A1C8-BD2B0C33399E}" dt="2026-10-03T06:57:19.320" v="32" actId="9405"/>
      <pc:docMkLst>
        <pc:docMk/>
      </pc:docMkLst>
      <pc:sldChg chg="addSp delSp modSp mod">
        <pc:chgData name="dumpati harijeeth" userId="8f4408eb0599aedb" providerId="LiveId" clId="{311C434A-F13E-461E-A1C8-BD2B0C33399E}" dt="2026-10-03T06:57:19.320" v="32" actId="9405"/>
        <pc:sldMkLst>
          <pc:docMk/>
          <pc:sldMk cId="0" sldId="257"/>
        </pc:sldMkLst>
        <pc:spChg chg="mod">
          <ac:chgData name="dumpati harijeeth" userId="8f4408eb0599aedb" providerId="LiveId" clId="{311C434A-F13E-461E-A1C8-BD2B0C33399E}" dt="2026-10-03T06:53:26.583" v="2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umpati harijeeth" userId="8f4408eb0599aedb" providerId="LiveId" clId="{311C434A-F13E-461E-A1C8-BD2B0C33399E}" dt="2026-10-03T06:54:10.967" v="14" actId="1076"/>
          <ac:spMkLst>
            <pc:docMk/>
            <pc:sldMk cId="0" sldId="257"/>
            <ac:spMk id="16" creationId="{00000000-0000-0000-0000-000000000000}"/>
          </ac:spMkLst>
        </pc:spChg>
        <pc:spChg chg="add del mod">
          <ac:chgData name="dumpati harijeeth" userId="8f4408eb0599aedb" providerId="LiveId" clId="{311C434A-F13E-461E-A1C8-BD2B0C33399E}" dt="2026-10-03T06:53:27.202" v="6"/>
          <ac:spMkLst>
            <pc:docMk/>
            <pc:sldMk cId="0" sldId="257"/>
            <ac:spMk id="17" creationId="{0035969D-2AD3-F37D-0417-D192062C2B3B}"/>
          </ac:spMkLst>
        </pc:spChg>
        <pc:spChg chg="add del mod">
          <ac:chgData name="dumpati harijeeth" userId="8f4408eb0599aedb" providerId="LiveId" clId="{311C434A-F13E-461E-A1C8-BD2B0C33399E}" dt="2026-10-03T06:53:57.879" v="10"/>
          <ac:spMkLst>
            <pc:docMk/>
            <pc:sldMk cId="0" sldId="257"/>
            <ac:spMk id="18" creationId="{3D49FF6C-B6FE-CD64-D6D2-5272189C7436}"/>
          </ac:spMkLst>
        </pc:spChg>
        <pc:spChg chg="add del mod">
          <ac:chgData name="dumpati harijeeth" userId="8f4408eb0599aedb" providerId="LiveId" clId="{311C434A-F13E-461E-A1C8-BD2B0C33399E}" dt="2026-10-03T06:53:58.404" v="13"/>
          <ac:spMkLst>
            <pc:docMk/>
            <pc:sldMk cId="0" sldId="257"/>
            <ac:spMk id="19" creationId="{D3985A37-AAD1-C71C-8496-340CEA9BE308}"/>
          </ac:spMkLst>
        </pc:spChg>
        <pc:inkChg chg="add">
          <ac:chgData name="dumpati harijeeth" userId="8f4408eb0599aedb" providerId="LiveId" clId="{311C434A-F13E-461E-A1C8-BD2B0C33399E}" dt="2026-10-03T06:54:38.467" v="15" actId="9405"/>
          <ac:inkMkLst>
            <pc:docMk/>
            <pc:sldMk cId="0" sldId="257"/>
            <ac:inkMk id="20" creationId="{926EA23F-952D-8A60-164C-FF61084ABE05}"/>
          </ac:inkMkLst>
        </pc:inkChg>
        <pc:inkChg chg="add">
          <ac:chgData name="dumpati harijeeth" userId="8f4408eb0599aedb" providerId="LiveId" clId="{311C434A-F13E-461E-A1C8-BD2B0C33399E}" dt="2026-10-03T06:57:19.320" v="32" actId="9405"/>
          <ac:inkMkLst>
            <pc:docMk/>
            <pc:sldMk cId="0" sldId="257"/>
            <ac:inkMk id="21" creationId="{F10343DD-B91A-B761-EBC9-B9739767F42C}"/>
          </ac:inkMkLst>
        </pc:inkChg>
      </pc:sldChg>
      <pc:sldChg chg="addSp modSp mod">
        <pc:chgData name="dumpati harijeeth" userId="8f4408eb0599aedb" providerId="LiveId" clId="{311C434A-F13E-461E-A1C8-BD2B0C33399E}" dt="2026-10-03T06:55:01.615" v="18" actId="9405"/>
        <pc:sldMkLst>
          <pc:docMk/>
          <pc:sldMk cId="0" sldId="258"/>
        </pc:sldMkLst>
        <pc:spChg chg="mod">
          <ac:chgData name="dumpati harijeeth" userId="8f4408eb0599aedb" providerId="LiveId" clId="{311C434A-F13E-461E-A1C8-BD2B0C33399E}" dt="2026-10-03T06:53:26.601" v="3" actId="27636"/>
          <ac:spMkLst>
            <pc:docMk/>
            <pc:sldMk cId="0" sldId="258"/>
            <ac:spMk id="3" creationId="{00000000-0000-0000-0000-000000000000}"/>
          </ac:spMkLst>
        </pc:spChg>
        <pc:inkChg chg="add">
          <ac:chgData name="dumpati harijeeth" userId="8f4408eb0599aedb" providerId="LiveId" clId="{311C434A-F13E-461E-A1C8-BD2B0C33399E}" dt="2026-10-03T06:54:48.764" v="16" actId="9405"/>
          <ac:inkMkLst>
            <pc:docMk/>
            <pc:sldMk cId="0" sldId="258"/>
            <ac:inkMk id="26" creationId="{7D04DFF9-D7FD-5C6C-1B8E-4C893E8B6C32}"/>
          </ac:inkMkLst>
        </pc:inkChg>
        <pc:inkChg chg="add">
          <ac:chgData name="dumpati harijeeth" userId="8f4408eb0599aedb" providerId="LiveId" clId="{311C434A-F13E-461E-A1C8-BD2B0C33399E}" dt="2026-10-03T06:54:54.301" v="17" actId="9405"/>
          <ac:inkMkLst>
            <pc:docMk/>
            <pc:sldMk cId="0" sldId="258"/>
            <ac:inkMk id="27" creationId="{C5EB5533-7E4D-F25B-0DD9-A906FA6611BF}"/>
          </ac:inkMkLst>
        </pc:inkChg>
        <pc:inkChg chg="add">
          <ac:chgData name="dumpati harijeeth" userId="8f4408eb0599aedb" providerId="LiveId" clId="{311C434A-F13E-461E-A1C8-BD2B0C33399E}" dt="2026-10-03T06:55:01.615" v="18" actId="9405"/>
          <ac:inkMkLst>
            <pc:docMk/>
            <pc:sldMk cId="0" sldId="258"/>
            <ac:inkMk id="28" creationId="{D334DC86-E727-F46C-FD23-F1540D1B9922}"/>
          </ac:inkMkLst>
        </pc:inkChg>
      </pc:sldChg>
      <pc:sldChg chg="addSp mod">
        <pc:chgData name="dumpati harijeeth" userId="8f4408eb0599aedb" providerId="LiveId" clId="{311C434A-F13E-461E-A1C8-BD2B0C33399E}" dt="2026-10-03T06:55:09.877" v="19" actId="9405"/>
        <pc:sldMkLst>
          <pc:docMk/>
          <pc:sldMk cId="0" sldId="259"/>
        </pc:sldMkLst>
        <pc:inkChg chg="add">
          <ac:chgData name="dumpati harijeeth" userId="8f4408eb0599aedb" providerId="LiveId" clId="{311C434A-F13E-461E-A1C8-BD2B0C33399E}" dt="2026-10-03T06:55:09.877" v="19" actId="9405"/>
          <ac:inkMkLst>
            <pc:docMk/>
            <pc:sldMk cId="0" sldId="259"/>
            <ac:inkMk id="20" creationId="{BC9F9D9F-C09A-CD8D-1326-773BC5368211}"/>
          </ac:inkMkLst>
        </pc:inkChg>
      </pc:sldChg>
      <pc:sldChg chg="addSp modSp mod">
        <pc:chgData name="dumpati harijeeth" userId="8f4408eb0599aedb" providerId="LiveId" clId="{311C434A-F13E-461E-A1C8-BD2B0C33399E}" dt="2026-10-03T06:55:19.220" v="20" actId="9405"/>
        <pc:sldMkLst>
          <pc:docMk/>
          <pc:sldMk cId="0" sldId="260"/>
        </pc:sldMkLst>
        <pc:spChg chg="mod">
          <ac:chgData name="dumpati harijeeth" userId="8f4408eb0599aedb" providerId="LiveId" clId="{311C434A-F13E-461E-A1C8-BD2B0C33399E}" dt="2026-10-03T06:53:26.630" v="4" actId="27636"/>
          <ac:spMkLst>
            <pc:docMk/>
            <pc:sldMk cId="0" sldId="260"/>
            <ac:spMk id="3" creationId="{00000000-0000-0000-0000-000000000000}"/>
          </ac:spMkLst>
        </pc:spChg>
        <pc:inkChg chg="add">
          <ac:chgData name="dumpati harijeeth" userId="8f4408eb0599aedb" providerId="LiveId" clId="{311C434A-F13E-461E-A1C8-BD2B0C33399E}" dt="2026-10-03T06:55:19.220" v="20" actId="9405"/>
          <ac:inkMkLst>
            <pc:docMk/>
            <pc:sldMk cId="0" sldId="260"/>
            <ac:inkMk id="12" creationId="{553FA027-C7FE-A292-8138-1449520BEF5D}"/>
          </ac:inkMkLst>
        </pc:inkChg>
      </pc:sldChg>
      <pc:sldChg chg="addSp delSp modSp mod">
        <pc:chgData name="dumpati harijeeth" userId="8f4408eb0599aedb" providerId="LiveId" clId="{311C434A-F13E-461E-A1C8-BD2B0C33399E}" dt="2026-10-03T06:57:05.965" v="31" actId="207"/>
        <pc:sldMkLst>
          <pc:docMk/>
          <pc:sldMk cId="0" sldId="261"/>
        </pc:sldMkLst>
        <pc:spChg chg="add mod">
          <ac:chgData name="dumpati harijeeth" userId="8f4408eb0599aedb" providerId="LiveId" clId="{311C434A-F13E-461E-A1C8-BD2B0C33399E}" dt="2026-10-03T06:57:05.965" v="31" actId="207"/>
          <ac:spMkLst>
            <pc:docMk/>
            <pc:sldMk cId="0" sldId="261"/>
            <ac:spMk id="13" creationId="{A2945986-E5B0-F99E-E177-3190F2C0CF5E}"/>
          </ac:spMkLst>
        </pc:spChg>
        <pc:inkChg chg="add del">
          <ac:chgData name="dumpati harijeeth" userId="8f4408eb0599aedb" providerId="LiveId" clId="{311C434A-F13E-461E-A1C8-BD2B0C33399E}" dt="2026-10-03T06:56:09.742" v="25" actId="9405"/>
          <ac:inkMkLst>
            <pc:docMk/>
            <pc:sldMk cId="0" sldId="261"/>
            <ac:inkMk id="10" creationId="{3BFF93CF-4C06-42D2-2CB0-A361379BF9BC}"/>
          </ac:inkMkLst>
        </pc:inkChg>
        <pc:inkChg chg="add del">
          <ac:chgData name="dumpati harijeeth" userId="8f4408eb0599aedb" providerId="LiveId" clId="{311C434A-F13E-461E-A1C8-BD2B0C33399E}" dt="2026-10-03T06:56:19.959" v="27" actId="9405"/>
          <ac:inkMkLst>
            <pc:docMk/>
            <pc:sldMk cId="0" sldId="261"/>
            <ac:inkMk id="11" creationId="{9C144477-9D3D-E7B4-981B-2EC857681066}"/>
          </ac:inkMkLst>
        </pc:inkChg>
        <pc:inkChg chg="add del">
          <ac:chgData name="dumpati harijeeth" userId="8f4408eb0599aedb" providerId="LiveId" clId="{311C434A-F13E-461E-A1C8-BD2B0C33399E}" dt="2026-10-03T06:56:39.354" v="29" actId="9405"/>
          <ac:inkMkLst>
            <pc:docMk/>
            <pc:sldMk cId="0" sldId="261"/>
            <ac:inkMk id="12" creationId="{681D61C5-826C-2BEC-D64D-90D0253BE6B1}"/>
          </ac:inkMkLst>
        </pc:inkChg>
      </pc:sldChg>
      <pc:sldChg chg="addSp delSp mod">
        <pc:chgData name="dumpati harijeeth" userId="8f4408eb0599aedb" providerId="LiveId" clId="{311C434A-F13E-461E-A1C8-BD2B0C33399E}" dt="2026-10-03T06:55:31.649" v="23" actId="9405"/>
        <pc:sldMkLst>
          <pc:docMk/>
          <pc:sldMk cId="0" sldId="262"/>
        </pc:sldMkLst>
        <pc:inkChg chg="add del">
          <ac:chgData name="dumpati harijeeth" userId="8f4408eb0599aedb" providerId="LiveId" clId="{311C434A-F13E-461E-A1C8-BD2B0C33399E}" dt="2026-10-03T06:55:28.727" v="22"/>
          <ac:inkMkLst>
            <pc:docMk/>
            <pc:sldMk cId="0" sldId="262"/>
            <ac:inkMk id="5" creationId="{2AECF1D6-7D46-BAC2-D904-5288431FBE78}"/>
          </ac:inkMkLst>
        </pc:inkChg>
        <pc:inkChg chg="add">
          <ac:chgData name="dumpati harijeeth" userId="8f4408eb0599aedb" providerId="LiveId" clId="{311C434A-F13E-461E-A1C8-BD2B0C33399E}" dt="2026-10-03T06:55:28.727" v="22"/>
          <ac:inkMkLst>
            <pc:docMk/>
            <pc:sldMk cId="0" sldId="262"/>
            <ac:inkMk id="6" creationId="{535902A0-7F78-88A2-887F-21D85BE5DCB5}"/>
          </ac:inkMkLst>
        </pc:inkChg>
        <pc:inkChg chg="add">
          <ac:chgData name="dumpati harijeeth" userId="8f4408eb0599aedb" providerId="LiveId" clId="{311C434A-F13E-461E-A1C8-BD2B0C33399E}" dt="2026-10-03T06:55:31.649" v="23" actId="9405"/>
          <ac:inkMkLst>
            <pc:docMk/>
            <pc:sldMk cId="0" sldId="262"/>
            <ac:inkMk id="7" creationId="{7A115981-C3CA-3EDC-2C5A-735B3A48D14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4:38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2016 445 9830,'349'-13'5721,"-15"-1"-3262,-306 14-2084,-1-2 0,0-1 0,0-2 0,0 0-1,-1-2 1,37-14 0,-30 11 494,1 1-1,65-8 0,-410 21 2085,-159-4-3031,145-1 178,302 1-100,5 0 0,-1 0 0,-32-5 0,43 1 0,12 1 0,19-1 0,389-8 0,-286 13 0,430 0 0,-1554-1 0,2822 0 0,-3136 0 0,1458 0 0,2007 0 0,-4728 0 0,4017 0 0,-3837 0 0,2654-26 0,-155 13 0,-22 2 0,-163 7 0,-592 6 0,2177-2 0,-1883 0 0,1052 0 0,-2085 0 0,3004 0 0,-1706 15 0,-428 20 0,-2-31 0,395-4 0,-93-1 0,209 1 0,66-1 0,1541 1 0,-1459 0 0,-71 3 0,-39 0 0,-27 1 0,-518 11 0,368-15 0,-675 1 0,822-1 0,51 0 0,2112-1 0,-3318 1 0,1159-1 0,40-2 0,750-125-4982,-720 116 5138,-36 6-37,-13 3 24,-25-1 201,-335 1 1597,217 5-1483,-11 0-109,-251-6 220,356-2-420,49 6-149,0 0 1,1 0-1,-1 0 1,0 0 0,0 0-1,0 0 1,1-1-1,-1 1 1,0 0-1,0 0 1,0 0-1,1 0 1,-1 0-1,0-1 1,0 1-1,0 0 1,0 0-1,0 0 1,0-1 0,1 1-1,-1 0 1,0 0-1,0 0 1,0-1-1,0 1 1,0 0-1,0 0 1,0-1-1,0 1 1,0 0-1,0 0 1,0 0 0,0-1-1,0 1 1,0 0-1,0 0 1,0-1-1,0 1 1,0 0-1,0 0 1,-1 0-1,1-1 1,0 1-1,0 0 1,0 0-1,0 0 1,0 0 0,0-1-1,-1 1 1,1 0-1,0 0 1,0 0-1,0 0 1,-1 0-1,1-1 1,0 1-1,0 0 1,-1 0-1,20-7-525,0 1-1,1 1 1,-1 1-1,21-2 1,-6 0-58,547-70-6185,294 23 8321,-851 53-1616,44-2 757,-63 2-380,-8 1 30,-36 1 379,-355 40 4567,4 28-3493,-157 54-1748,450-97-49,72-17 0,18-3 0,9-5 0,0-1 0,1 0 0,-1 0 0,0 0 0,1 0 0,-1 0 0,0 0 0,1-1 0,-1 1 0,1-1 0,-1 0 0,1 0 0,4 0 0,342 6 0,-229-8 0,923-6 0,-1429 21 0,121-2 0,195-9 0,66-1 0,16-1 0,114 1 0,-97-1 0,1615-1 0,-1782 1 0,-1427 0 0,2702 0 0,-1121 1 0,-23 2 0,-26 3 0,-116 6 0,-169-7 0,195-5 0,-145-1 0,377-15-232,62-7-1504,200-54 0,-356 73 1711,-11 3 37,0 1 0,1-1-1,-1 0 1,0-1-1,0 1 1,0-1 0,0 1-1,0-1 1,0-1-1,0 1 1,-1 0 0,5-5-1,-8 7-5,0 0 1,0-1-1,-1 1 0,1-1 0,0 1 1,-1 0-1,1 0 0,0-1 0,-1 1 1,1 0-1,0 0 0,-1-1 0,1 1 1,-1 0-1,1 0 0,0 0 0,-1-1 1,1 1-1,-1 0 0,1 0 0,-1 0 1,1 0-1,-1 0 0,1 0 0,0 0 1,-1 0-1,1 0 0,-1 0 0,1 0 1,-1 1-1,1-1 0,-1 0 0,-49 1 376,-59 9 0,20-2-36,-970 19 1575,1099-28-1883,71-14 1,70-20-1743,-99 18 981,350-69-573,-419 81 1470,-28 3-38,-34 3 91,-349 36 1431,61-5-1030,139-20-337,167-10-69,58-1 193,216-2-179,176-1-236,693 3 0,-1078-1 0,-6 0 0,-1 1 0,51 8 0,-77-9 0,0 0 0,1 1 0,-1-1 0,0 1 0,1-1 0,-1 1 0,0-1 0,1 1 0,-1 0 0,0 0 0,0 0 0,0-1 0,0 1 0,0 0 0,0 0 0,0 1 0,0-1 0,0 0 0,0 0 0,0 0 0,-1 0 0,1 1 0,0 0 0,-1-1 0,1 0 0,-1 0 0,0 0 0,1 0 0,-1 0 0,1 0 0,-1 0 0,1 0 0,0-1 0,-1 1 0,1 0 0,0-1 0,0 1 0,-1 0 0,1-1 0,0 1 0,0-1 0,0 1 0,0-1 0,0 1 0,0-1 0,0 0 0,0 1 0,0-1 0,0 0 0,0 0 0,0 0 0,1 0 0,12 0 0,0-1 0,0-1 0,0 0 0,24-7 0,-33 8 0,-5 1 0,0-1 0,0 1 0,0 0 0,0 0 0,-1 0 0,1 0 0,0 0 0,0 0 0,0 0 0,0 0 0,0 0 0,0 0 0,0 0 0,0 0 0,0 0 0,0 0 0,0 0 0,0 0 0,0-1 0,0 1 0,0 0 0,0 0 0,0 0 0,0 0 0,0 0 0,-18 0 0,-30 3 0,-597 16 0,487-20 0,-122 0 0,1205 0 0,-485 2 0,-397-2 0,-23 0 0,-1 1 0,1 1 0,26 5 0,-46-6 0,0 0 0,0 0 0,0 0 0,-1 0 0,1 0 0,0 0 0,0 0 0,0 1 0,0-1 0,0 0 0,0 0 0,0 0 0,0 0 0,0 1 0,0-1 0,0 0 0,0 0 0,0 0 0,0 0 0,0 0 0,0 1 0,0-1 0,0 0 0,0 0 0,0 0 0,0 0 0,0 1 0,0-1 0,0 0 0,0 0 0,0 0 0,0 0 0,0 0 0,0 1 0,0-1 0,0 0 0,1 0 0,-1 0 0,0 0 0,0 0 0,0 0 0,0 1 0,0-1 0,0 0 0,1 0 0,-27 7 0,0-1 0,-1-1 0,1-2 0,-51 2 0,32-3 0,-1023 14 0,740-17 0,-1073-1 0,1576 2 0,2516 0 0,-2874 0 0,-1010 0 0,756 0 0,-2178 0 0,2838 0 0,59 0 0,102 0 0,80 0 0,2982 0 0,-3544 0 0,-191 0 0,-156 0 0,-105 0 0,-3275 0 0,4046 0 0,82 0 0,115 0 0,2671 0 0,-3229 0 0,-48 0 0,-79 0 0,-2707 0 0,3217 0 0,31 0 0,92 0 0,2476 0 0,-3057 0 0,-23 0 0,-2563 0 0,3008 0 0,49 0 0,2224 0 0,-2748 0 0,0 0 0,-165 0 0,-2312 0 0,3041 0 0,5 0 0,87 0 0,556-2 0,1050 4 0,-1956-1 0,25-1 0,111 14 0,-151-7 0,-23-7 0,0 0 0,0 0 0,0 0 0,0 1 0,0-1 0,0 0 0,0 0 0,0 1 0,0-1 0,-1 0 0,1 0 0,0 0 0,0 1 0,0-1 0,0 0 0,0 0 0,0 0 0,0 1 0,0-1 0,-1 0 0,1 0 0,0 0 0,0 0 0,0 1 0,0-1 0,-1 0 0,1 0 0,0 0 0,0 0 0,0 0 0,-1 0 0,1 1 0,0-1 0,0 0 0,0 0 0,-1 0 0,1 0 0,0 0 0,0 0 0,-1 0 0,1 0 0,0 0 0,0 0 0,0 0 0,-1 0 0,-51 8 0,-475 7 0,372-14 0,-679-1 0,-1012 23 0,1826-22 0,28 0 0,48 0 0,104-1 0,92 1 0,2376-3 0,-2868 2 0,-40 0 0,-95 0 0,-86 0 0,-2496 0 0,3238 0 0,45 0 0,112 0 0,521-1 0,1107 3 0,-1792 2 0,-236-3 0,208 14 0,-210-6 0,-36-9 0,0 0 0,0 0 0,0 0 0,1 0 0,-1 0 0,0 0 0,0 0 0,0 0 0,0 0 0,0 1 0,0-1 0,0 0 0,0 0 0,0 0 0,0 0 0,0 0 0,0 0 0,0 0 0,0 0 0,0 1 0,1-1 0,-1 0 0,0 0 0,0 0 0,0 0 0,0 0 0,0 0 0,0 1 0,-1-1 0,1 0 0,0 0 0,0 0 0,0 0 0,0 0 0,0 0 0,0 0 0,0 0 0,0 1 0,0-1 0,0 0 0,0 0 0,0 0 0,0 0 0,0 0 0,0 0 0,-1 0 0,1 0 0,0 0 0,0 0 0,0 0 0,0 1 0,0-1 0,0 0 0,0 0 0,-1 0 0,1 0 0,0 0 0,0 0 0,0 0 0,0 0 0,0 0 0,0 0 0,-1 0 0,-22 5 0,-190 5 0,160-10 0,-192 3 0,-507-2 0,-954 18 0,1651-17 0,47 0 0,32-1 0,1105 2 0,-620-5 0,639 1 0,-1350 1 0,-2827 0 0,3340 0 0,-13 0 0,476-2 0,863 5 0,-1610-3 0,165 9 0,-180-5 0,-20-1 0,-31 0 0,-662 5 0,462-9 0,18 0 0,-350 6 0,483 0 0,64-1 0,24-4 0,0 0 0,0 0 0,1 0 0,-1 0 0,0 0 0,0 0 0,0 0 0,0 0 0,0 0 0,0 0 0,0 0 0,0 0 0,0 0 0,0 0 0,0 0 0,0 0 0,1 0 0,-1 1 0,0-1 0,0 0 0,0 0 0,0 0 0,0 0 0,0 0 0,0 0 0,0 0 0,0 0 0,0 0 0,0 0 0,0 0 0,0 0 0,0 1 0,0-1 0,0 0 0,0 0 0,0 0 0,0 0 0,0 0 0,0 0 0,0 0 0,0 0 0,0 0 0,0 0 0,0 1 0,46 2 0,824 6 0,-551-11 0,960 1 0,-3708 1 0,2594 0 0,2021 0 0,-2896-1 0,-804 3 0,1206 12 0,250-3 0,58-11 0,-1 0 0,1 0 0,0 0 0,0 0 0,0 0 0,0 0 0,0 0 0,0 0 0,-1 0 0,1 0 0,0 0 0,0 0 0,0 0 0,0 0 0,0 0 0,0 0 0,0 0 0,-1 1 0,1-1 0,0 0 0,0 0 0,0 0 0,0 0 0,0 0 0,0 0 0,0 0 0,0 0 0,0 1 0,0-1 0,0 0 0,-1 0 0,1 0 0,0 0 0,0 0 0,0 0 0,0 1 0,0-1 0,0 0 0,0 0 0,0 0 0,0 0 0,0 0 0,0 0 0,0 1 0,0-1 0,0 0 0,0 0 0,1 0 0,-1 0 0,0 0 0,0 0 0,0 0 0,0 1 0,0-1 0,0 0 0,0 0 0,0 0 0,0 0 0,16 5 0,35 1 0,82 0 0,-87-5 0,1029 3 0,-409-5 0,-905 1 0,-7 0 0,-2138 40 0,2324-38 0,-241 11 0,253-6 0,45-4 0,9-1 0,74 5 0,1134 0 0,-732-9 0,-119 1 0,453 1 0,-808 1 0,211 8 0,-205-6 0,-21 0 0,-33 1 0,-746 4 0,501-9 0,-801 0 0,2940 2 0,-929-2 0,-893 2 0,-39 2 0,-53 4 0,-1011 131 0,1045-132 0,36-3 0,45-2 0,675-60 0,-693 55 0,1-2 0,-1-2 0,-1-1 0,48-18 0,-82 26 0,0 0 0,0 0 0,0 1 0,0-1 1,0 0-1,0-1 0,0 1 0,-1 0 0,1-1 1,0 1-1,-1-1 0,1 1 0,-1-1 0,0 0 1,1 1-1,1-4 0,-3 3-16,0 1-1,0-1 1,-1 1-1,1-1 1,0 1-1,0-1 1,-1 1 0,1 0-1,-1-1 1,1 1-1,-1-1 1,0 1 0,0 0-1,1 0 1,-1-1-1,0 1 1,0 0-1,0 0 1,0 0 0,0 0-1,0 0 1,-1 0-1,1 1 1,0-1-1,-2-1 1,-11-7-260,0 0 0,0 0 0,-1 2 0,-17-7 0,24 10 245,-1 1 0,0 0 0,1 1 0,-1 0 1,0 0-1,-1 1 0,1 0 0,-18 1 0,25 1 35,0-1-1,0 1 1,0-1 0,0 1 0,0 0-1,0 0 1,0 0 0,0 0-1,0 0 1,0 0 0,0 0 0,1 1-1,-1-1 1,1 1 0,-1-1 0,-1 3-1,2-3 0,0 0-1,1 0 1,-1 0-1,1 0 1,-1 0-1,1 0 1,0 0-1,-1 0 1,1 0-1,0 0 1,0 1-1,0-1 1,-1 0-1,1 0 1,0 0-1,0 0 1,1 0-1,-1 0 1,0 0-1,0 1 1,1-1-1,-1 0 1,0 0-1,1 0 1,-1 0-1,1 0 1,-1 0-1,1 0 1,0 0-1,-1-1 1,2 2-1,-1-1-2,0 0 0,-1-1 0,1 1 0,0 0-1,0-1 1,0 1 0,0-1 0,0 1-1,0-1 1,0 0 0,0 1 0,0-1-1,0 0 1,0 0 0,0 0 0,1 0-1,-1 0 1,0 0 0,0 0 0,0 0-1,0 0 1,0 0 0,0-1 0,0 1-1,1-1 1,1 0-39,0 0 0,0-1 0,0 1 1,0-1-1,0 0 0,0 0 0,-1 0 0,5-4 0,-5 4 9,0 0 0,0-1 0,0 1-1,-1 0 1,1 0 0,-1-1 0,1 1-1,-1-1 1,0 1 0,1-5 0,-2 6 31,0 0 1,1 0-1,-1 0 1,0 0 0,0 0-1,0 0 1,0 0-1,0 0 1,-1 0-1,1 0 1,0 0-1,0 0 1,-1 0 0,1 1-1,0-1 1,-1 0-1,1 0 1,-1 0-1,1 0 1,-1 1-1,1-1 1,-1 0 0,0 0-1,1 1 1,-1-1-1,0 0 1,0 1-1,-1-1 1,-7-3 26,-1 1-1,1 0 1,-1 1-1,0 0 1,0 1 0,0 0-1,0 0 1,0 1-1,-15 2 1,2-2 38,-2316 4 2174,2334-4-2265,-7 0 39,0 0-1,0-1 1,-19-4 0,30 5-23,-1 0-1,1-1 1,0 1 0,-1 0 0,1-1 0,0 0-1,0 1 1,-1-1 0,1 0 0,0 0-1,0 1 1,0-1 0,0 0 0,0 0 0,0 0-1,0 0 1,-1-2 0,2 2-15,0 0-1,0 0 1,0 0 0,-1-1 0,1 1-1,1 0 1,-1 0 0,0 0-1,0 0 1,0-1 0,1 1 0,-1 0-1,0 0 1,1 0 0,-1 0 0,1 0-1,-1 0 1,1 0 0,0 0 0,-1 0-1,1 0 1,0 0 0,0 0-1,1-1 1,14-15-286,2 1-1,31-24 0,-10 9 366,-38 30-52,0 1-1,0-1 0,0 1 0,0-1 1,0 0-1,-1 0 0,1 1 1,0-1-1,-1 0 0,1 0 0,0 0 1,-1 0-1,1 0 0,-1 0 1,0 0-1,1 0 0,-1 0 1,0 0-1,1-1 0,-2 1 1,1 1 0,0-1 0,0 1 0,-1-1 0,1 1 0,0-1 0,-1 1 0,1 0 0,-1-1 0,1 1 0,0 0 0,-1-1 0,1 1 0,-1 0 0,1-1-1,-1 1 1,1 0 0,-1 0 0,1-1 0,-1 1 0,0 0 0,1 0 0,-1 0 0,0 0 0,-47-1 131,46 1-129,-268 33 327,144-15-234,120-17-94,-6 1 11,0 0 0,-1-1 1,1-1-1,0 0 0,-19-2 0,30 2-16,1 0-1,0 0 0,0 0 0,-1 0 0,1 0 0,0 0 0,0 0 0,-1 0 0,1 0 1,0 0-1,-1 0 0,1 0 0,0 0 0,0 0 0,-1 0 0,1 0 0,0 0 0,0 0 0,0 0 1,-1 0-1,1-1 0,0 1 0,0 0 0,-1 0 0,1 0 0,0 0 0,0 0 0,0-1 0,0 1 1,-1 0-1,1 0 0,0 0 0,0-1 0,0 1 0,0 0 0,0 0 0,0-1 0,-1 1 0,1 0 1,0 0-1,0-1 0,0 1 0,0 0 0,0 0 0,0-1 0,0 1 0,0 0 0,0 0 0,0-1 1,0 1-1,0 0 0,1 0 0,-1-1 0,0 1 0,0 0 0,0 0 0,0-1 0,14-9-401,-12 9 333,187-98-2058,-100 55 1660,-77 34 684,-24 8-87,-38 6 6,29-2-44,19-2-82,1 0 0,-1 1 0,1-1 0,-1 0 0,0 0 0,1-1 0,-1 1 0,1 0 0,-1 0 0,0-1 1,1 1-1,-1-1 0,1 1 0,-1-1 0,1 0 0,0 1 0,-1-1 0,1 0 0,-2-1 0,3 1-18,-1 0-1,1 0 1,0 0-1,0 0 1,0 0-1,0 0 1,0 1-1,0-1 1,0 0-1,0 0 1,0 0-1,0 0 1,0 0-1,0 0 1,1 1-1,-1-1 1,0 0-1,1 0 1,-1 0-1,1 1 1,-1-1 0,1 0-1,-1 0 1,2 0-1,5-7-88,0 0 0,1 0-1,0 1 1,9-8 0,32-14 173,-27 17 3,-22 12-75,0 0 0,0 0-1,1 0 1,-1 0-1,0 0 1,0 0-1,0 0 1,0 0-1,1 0 1,-1-1-1,0 1 1,0 0-1,0 0 1,0 0-1,0 0 1,0 0-1,1 0 1,-1 0-1,0 0 1,0 0-1,0-1 1,0 1-1,0 0 1,0 0 0,0 0-1,0 0 1,1 0-1,-1-1 1,0 1-1,0 0 1,0 0-1,0 0 1,0 0-1,0 0 1,0-1-1,0 1 1,0 0-1,0 0 1,0 0-1,0 0 1,0-1-1,0 1 1,0 0-1,0 0 1,0 0 0,0 0-1,-1-1 1,-9-1 73,-19 1 44,27 1-101,-104 3 466,141-10-495,46-16 0,-6 1-245,-27 10 274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7:19.32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742 358 4915,'-32'-2'516,"1"-2"0,-1-1 0,-50-15-1,36 8-158,25 7-251,-53-15 189,70 18-294,-1 0 0,0 0-1,1 0 1,0 0-1,-1-1 1,1 0-1,0 0 1,0 0-1,0 0 1,1 0-1,-1-1 1,-2-4 0,5 7-6,0-1 1,1 0 0,-1 0-1,1 1 1,-1-1-1,1 0 1,0 0 0,-1 1-1,1-1 1,0 0 0,0 0-1,0 0 1,1 0 0,-1 1-1,0-1 1,1 0 0,-1 0-1,1 1 1,-1-1 0,1 0-1,0 1 1,0-1 0,0 0-1,0 1 1,0-1 0,0 1-1,0 0 1,0-1 0,3-1-1,5-6-16,0 1 0,1 0 0,12-9 0,-15 12 4,157-115-142,-141 99 327,-23 21-157,0 0 0,0-1 0,0 1 1,0 0-1,0 0 0,0-1 0,1 1 1,-1 0-1,0 0 0,0-1 1,0 1-1,0 0 0,0 0 0,0-1 1,0 1-1,0 0 0,-1 0 1,1-1-1,0 1 0,0 0 0,0 0 1,0-1-1,0 1 0,0 0 0,0 0 1,-1-1-1,1 1 0,0 0 1,0 0-1,0 0 0,0-1 0,-1 1 1,1 0-1,0 0 0,0 0 1,0 0-1,-1 0 0,1-1 0,0 1 1,0 0-1,-1 0 0,1 0 1,0 0-1,0 0 0,-1 0 0,1 0 1,-1 0-1,-6-1 154,-1 1 1,1 1-1,-1-1 1,1 1 0,-12 2-1,-133 24 1156,-231 50 414,357-68-1151,56-14-17,61-11 138,0 3 1,0 5-1,152 4 0,-229 5-613,1 0 1,-1 1-1,0 0 1,0 1-1,0 1 0,0 1 1,-1 0-1,20 9 0,-27-10-49,-1-1-1,1 0 1,-1 1-1,0 0 0,0 1 1,0-1-1,-1 1 1,1 0-1,-1 0 0,0 0 1,-1 0-1,1 1 0,-1 0 1,0-1-1,-1 1 1,1 0-1,-1 1 0,0-1 1,-1 0-1,2 13 1,-2 45 566,31-83-499,-24 13-171,0-1-1,0-1 0,-1 1 1,0-1-1,0 0 0,-1 0 1,0-1-1,0 0 1,-1 0-1,0-1 0,0 1 1,-1-1-1,-1 0 0,0 0 1,0 0-1,-1-1 0,0 1 1,-1-1-1,0 1 0,-1-1 1,0 1-1,-2-14 1,2 21 55,-1 0 1,1 1 0,-1-1 0,0 0 0,0 1 0,0-1-1,-1 1 1,1-1 0,-1 1 0,1 0 0,-1 0 0,0 0 0,-3-3-1,5 4 11,-1 1-1,1-1 0,0 1 1,-1 0-1,1-1 0,-1 1 0,1 0 1,-1 0-1,0-1 0,1 1 0,-1 0 1,1 0-1,-1 0 0,1 0 1,-1 0-1,1 0 0,-1 0 0,0 0 1,1 0-1,-1 0 0,1 0 1,-1 0-1,0 0 0,0 0 0,0 1 3,0 0 0,0 0-1,1 0 1,-1-1-1,0 1 1,0 0 0,1 0-1,-1 0 1,0 0-1,1 0 1,-1 0 0,1 0-1,0 0 1,-1 1-1,1-1 1,0 0 0,-1 2-1,1 5 26,-1 0-1,1 1 1,0-1-1,1 0 0,0 0 1,1 0-1,3 15 1,1-6 22,0 0 0,12 26 0,-16-40-43,0 1 0,1 0 1,-1-1-1,1 0 0,0 1 1,0-1-1,0 0 0,0-1 1,0 1-1,1 0 1,-1-1-1,1 0 0,0 0 1,-1 0-1,1 0 0,5 1 1,-2-1 11,-1 0 0,1-1 0,0 0-1,-1-1 1,1 1 0,0-1 0,0 0 0,0-1 0,11-2 0,-11 2-32,0-1 0,0 0 0,0 0 0,0 0 0,-1-1 0,1 0 1,-1 0-1,0-1 0,0 0 0,0 0 0,0 0 0,-1-1 0,0 1 0,0-1 0,0-1 0,0 1 0,-1-1 0,0 0 0,0 0 0,4-8 0,-3-4-13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4:4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869 0 9830,'0'484'5790,"-2"-568"-6228,0 34 217,2 0-1,8-66 1,-8 115 242,0 0 1,1 0-1,-1-1 0,0 1 1,0 0-1,0 0 1,1 0-1,-1-1 0,1 1 1,-1 0-1,1 0 1,-1 0-1,1 0 0,0 0 1,-1 0-1,1 0 1,0 0-1,0 0 0,0 0 1,0 0-1,2-1 0,-2 2 0,0 0 0,0 0-1,0 0 1,-1 0 0,1 0-1,0 1 1,0-1 0,0 0-1,0 0 1,0 1 0,0-1-1,0 0 1,0 1 0,-1-1-1,1 1 1,0-1-1,0 1 1,0 0 0,-1-1-1,1 1 1,0 0 0,6 7 112,-1-1 1,0 1 0,10 17 0,13 29 409,-16-28-280,19 28 0,-15-37-40,-17-17-223,1 0 1,-1 0-1,1 0 1,-1 0-1,0 0 1,1 0-1,-1 0 1,1 0-1,-1 0 1,0 0-1,1 0 1,-1 0-1,1 0 1,-1 0-1,0 0 1,1 0-1,-1 0 1,0 0-1,1-1 1,-1 1-1,1 0 1,-1 0-1,0 0 1,1-1-1,-1 1 1,0 0-1,0 0 1,1-1-1,-1 0 1,2-2-7,0 0 1,-1 0 0,0 0-1,0 0 1,0 0 0,0-1-1,0 1 1,0-7 0,-5 99 805,4-55-558,-3-55-472,-2 0 0,0 0 0,-15-38-1,20 59 238,-1 0-1,1-1 1,0 1-1,0 0 1,0-1-1,0 1 1,0 0-1,0-1 1,-1 1-1,1 0 1,0-1-1,0 1 1,0 0-1,-1 0 0,1-1 1,0 1-1,0 0 1,-1 0-1,1-1 1,0 1-1,-1 0 1,1 0-1,0 0 1,-1 0-1,1-1 1,0 1-1,-1 0 1,1 0-1,0 0 1,-1 0-1,1 0 1,0 0-1,-1 0 1,1 0-1,-1 0 1,-5 13 231,3 22 100,3-34-331,0 89 456,0-214-805,0 126 325,0 23 328,0-20-189,0-16-258,0-83-588,0 79 700,0 20 273,1 14-105,0-5-37,-1 0-1,-2 23 1,1-35-90,1 0 0,0 0 1,-1 0-1,1 1 1,-1-1-1,1 0 0,-1 0 1,0 0-1,0 0 0,0 0 1,0 0-1,0 0 0,-1-1 1,1 1-1,0 0 0,-1-1 1,0 1-1,1-1 0,-1 1 1,0-1-1,1 0 0,-1 1 1,-3 0-1,4-2-9,-1 0 1,1 1-1,0-1 0,-1 0 0,1 0 1,0-1-1,-1 1 0,1 0 1,0 0-1,0-1 0,-1 1 0,1-1 1,0 1-1,0-1 0,0 1 1,-1-1-1,1 0 0,0 1 0,0-1 1,0 0-1,0 0 0,0 0 0,0 0 1,1 0-1,-1 0 0,0 0 1,0 0-1,1 0 0,-1 0 0,0-2 1,-18-42-452,16 36 387,-4-12-76,-10-29-23,16 47 172,-1 0 1,1 0-1,0 1 0,-1-1 1,0 0-1,1 1 1,-1-1-1,0 1 0,0 0 1,-1-1-1,1 1 1,-3-2-1,5 4-8,-1 0 0,1 0 0,0 0 0,-1 0 0,1 0 0,-1 0 0,1 0 0,0 0 0,-1 0 0,1 0 0,-1 0 0,1 0 0,0 0 0,-1 0 0,1 0 0,-1 0 1,1 0-1,0 1 0,-1-1 0,1 0 0,0 0 0,-1 0 0,1 1 0,0-1 0,-1 0 0,1 0 0,0 1 0,-1-1 0,1 0 0,0 1 0,0-1 0,-1 0 0,1 1 0,0 0 0,-7 15 178,6-15-163,-5 18 162,0 1 0,2 0 0,0 0 0,-1 29 0,3 85 310,2-86-327,0-16 63,0-23-223,1-19-382,0-239-879,-2 349 2142,-2-26-443,4 0-1,12 87 1,-8-146-475,-1-27-410,0-33-290,-1-410-1707,-1 468 2589,0 0 0,1-1-1,0 1 1,11 23 0,7 33 168,-19-56-233,1-1 1,0 0-1,0 0 1,1 0-1,1-1 0,0 0 1,0 1-1,1-2 0,14 21 1,-20-31-86,1 0 0,-1 1 1,0-1-1,0 1 0,1-1 1,-1 1-1,0-1 0,1 0 1,-1 1-1,0-1 1,1 0-1,-1 1 0,1-1 1,-1 0-1,1 0 0,-1 1 1,0-1-1,1 0 0,-1 0 1,1 0-1,-1 0 0,1 0 1,-1 1-1,1-1 0,-1 0 1,1 0-1,-1 0 0,1 0 1,-1 0-1,1 0 0,-1-1 1,1 1-1,-1 0 0,1 0 1,-1 0-1,1 0 0,-1-1 1,1 1-1,0-1 0,0 0-19,0-1-1,0 0 0,0 1 1,0-1-1,0 0 0,-1 0 0,1 0 1,0 0-1,-1 0 0,1-3 1,2-49-415,-3 50 431,-1 0 0,1 1 0,-1-1-1,0 0 1,0 1 0,0-1-1,-1 1 1,1-1 0,-1 1 0,0 0-1,0-1 1,0 1 0,0 0-1,0 0 1,-1 0 0,0 1 0,1-1-1,-1 1 1,0-1 0,0 1 0,0 0-1,-1 0 1,1 0 0,0 1-1,-1-1 1,1 1 0,-1 0 0,-5-2-1,-10-1 192,0 1-1,0 1 1,0 1-1,-29 2 1,22-1-125,-117 2 633,-65 0-20,170-6-426,27 0 1,17-1-60,24-1 39,-28 6-217,45-8 214,-16 4-12,55-16 0,-67 11-20,-19 8-192,0 1-1,0 0 1,0-1 0,0 1-1,0 0 1,0 0-1,0-1 1,0 1-1,0 0 1,0 0-1,-1-1 1,1 1-1,0 0 1,0 0 0,0-1-1,0 1 1,0 0-1,0 0 1,-1-1-1,1 1 1,0 0-1,0 0 1,0 0-1,0-1 1,-1 1-1,1 0 1,0 0 0,0 0-1,-1 0 1,1 0-1,0-1 1,0 1-1,-1 0 1,1 0-1,0 0 1,0 0-1,-1 0 1,-38-8 370,-247 6 887,195 3-996,74-2-135,16-1-40,27-6-61,12 1-198,0-3 0,-1-1 0,0-2 0,60-31 0,-95 44 167,-1-1 1,0 1-1,1-1 1,-1 0-1,0 0 1,0 0-1,1 1 1,-1-1-1,0 0 1,0-1-1,0 1 1,0 0-1,0 0 1,-1 0-1,1 0 1,0-1-1,1-2 1,-3 4-1,1-1 1,0 0-1,0 1 1,-1-1-1,1 1 1,0-1-1,-1 1 1,1-1-1,-1 1 0,1-1 1,-1 1-1,1-1 1,-1 1-1,1-1 1,-1 1-1,1 0 1,-1-1-1,1 1 1,-1 0-1,0-1 0,1 1 1,-1 0-1,0 0 1,1 0-1,-1 0 1,-1 0-1,-11-3 20,0 2 0,-23 0 1,28 0-19,-53 3 49,0 2 1,0 2-1,-100 25 1,583-112 200,-368 75-258,-34 4 35,0 0 1,23-7-1,-36 7-57,-1 0-1,0 0 1,0-1-1,0 0 1,0 0-1,0-1 0,-1 1 1,1-1-1,-1 0 1,8-9-1,3-7-161,-13 16 189,1-1 0,-1 1 1,1 0-1,0-1 0,0 2 1,5-5-1,-8 8 1,-1 0 0,1 0 0,-1 0-1,1 1 1,-1-1 0,0 0 0,1 0 0,-1 0 0,1 0-1,-1 1 1,0-1 0,1 0 0,-1 0 0,0 1 0,1-1-1,-1 0 1,0 1 0,1-1 0,-1 0 0,0 1 0,0-1 0,1 0-1,-1 1 1,0-1 0,0 1 0,0-1 0,1 0 0,-1 1-1,0-1 1,0 1 0,0-1 0,0 1 0,0-1 0,0 1-1,0-1 1,0 1 0,0-1 0,0 0 0,0 1 0,-1 0 0,3 24 16,-2-24-15,0 37 19,-2 0-1,-10 50 1,10-74-14,2-13-6,-1 1 1,1-1-1,0 1 0,0-1 1,0 1-1,0-1 0,0 0 1,1 1-1,-1-1 0,0 1 1,1-1-1,-1 0 0,1 1 1,-1-1-1,1 0 0,-1 1 1,1-1-1,0 0 1,0 0-1,0 0 0,1 2 1,0-2 0,0 1 0,1-1 0,-1 1 0,0-1 0,1 0 0,-1 1 0,1-1 0,-1-1 0,1 1 0,4 1 0,8-1 5,0 0 1,-1 0 0,23-3 0,-20 1-1,-10 2-3,0-1 0,0-1 0,0 0 0,0 0 0,0 0 0,0 0 0,-1-1 0,1-1 0,0 1 0,9-6 0,-16 8-3,0 0-1,0 0 0,0-1 1,1 1-1,-1 0 1,0 0-1,0 0 0,0-1 1,0 1-1,0 0 1,0 0-1,0-1 0,0 1 1,0 0-1,0 0 1,0-1-1,0 1 0,0 0 1,0 0-1,0 0 1,0-1-1,0 1 0,-1 0 1,1 0-1,0 0 0,0-1 1,0 1-1,0 0 1,0 0-1,0 0 0,-1-1 1,1 1-1,0 0 1,0 0-1,0 0 0,-1 0 1,1 0-1,0-1 1,0 1-1,0 0 0,-1 0 1,1 0-1,0 0 1,0 0-1,-1 0 0,1 0 1,0 0-1,0 0 1,0 0-1,-1 0 0,1 0 1,0 0-1,0 0 0,-1 0 1,1 0-1,0 0 1,0 0-1,-1 0 0,-15-2 9,-2 1-7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4:54.29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579 68 4915,'0'-1'9,"1"0"0,-1-1 0,1 1-1,-1 0 1,1 0 0,0 0 0,-1 0 0,1 0 0,0 0-1,0 0 1,0 0 0,-1 0 0,1 1 0,0-1-1,0 0 1,0 1 0,0-1 0,1 0 0,-1 1 0,0-1-1,0 1 1,0-1 0,0 1 0,3 0 0,34-9 524,-32 8-399,63-10 900,99-2 0,74 12 336,-145 2-911,691 1 5133,-1831-2 1682,353 0-6903,644 0-371,-5 1 0,-104-12 0,129 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5:01.61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1717 1 4915,'0'1'36,"1"1"1,0-1-1,-1 1 1,1-1-1,0 0 1,0 1-1,0-1 0,0 0 1,0 1-1,0-1 1,0 0-1,0 0 0,1 0 1,-1 0-1,0 0 1,1 0-1,-1-1 0,2 2 1,31 15 298,-30-15-268,15 5 100,0 0 0,0-1 0,0-1 0,1-1 0,0 0 0,0-2 1,0 0-1,25-2 0,-22 2 106,0 0 0,0 2 1,-1 0-1,1 2 0,39 15 1,-37-12-74,0-1 0,1-1 0,-1-1 0,29 2 0,-16-7 26,-25-2-79,1 2 0,23 2 0,-33-2-109,-1 0-1,1 0 0,-1 0 0,1 0 0,-1 0 0,0 1 0,0-1 0,0 1 1,0 0-1,0 0 0,0 0 0,0 1 0,-1-1 0,1 0 0,2 5 1,11 13 233,-9-11-115,0-1 0,0 1 0,9 20 0,-14-26-124,-1 0 0,0 0 0,0 1 1,0-1-1,0 1 0,-1-1 0,1 1 0,-1-1 0,0 1 0,0-1 0,0 1 1,0-1-1,-1 1 0,0-1 0,1 1 0,-4 5 0,3-6 3,0 0 1,-1-1-1,0 1 0,0-1 0,0 1 0,0-1 1,0 0-1,0 0 0,0 0 0,-1 0 0,1 0 0,-5 2 1,-38 18 399,24-12-265,0-1 58,-1 0 0,0-2 1,0 0-1,-1-2 0,0 0 0,-42 3 0,-146-8 1136,98-4-448,-1092 4 4349,610 0-5389,589 0 124,0 0 0,0 0 0,-1 1 0,1 0 0,0 0 0,0 0 0,0 1 0,0 0 0,-9 4 0,13-5 0,0 1 0,0-1 0,0 1 0,0 0 0,0-1 0,0 1 0,1 0 0,-1 0 0,0 1 0,1-1 0,0 0 0,-1 0 0,1 1 0,0-1 0,0 1 0,1-1 0,-1 1 0,0-1 0,1 1 0,0-1 0,-1 1 0,1 0 0,0-1 0,0 1 0,1 2 0,-1-2 0,0 0 0,1-1 0,0 1 0,-1 0 0,1-1 0,0 1 0,0-1 0,0 1 0,1-1 0,-1 1 0,1-1 0,-1 0 0,1 0 0,0 0 0,0 0 0,-1 0 0,2 0 0,-1 0 0,0-1 0,0 1 0,0-1 0,1 1 0,-1-1 0,1 0 0,-1 0 0,1 0 0,-1 0 0,1-1 0,0 1 0,-1-1 0,5 1 0,11 1 0,0 0 0,0-2 0,31-2 0,-26 0 0,765-2 0,-433 6 0,251-2 0,-571 2 0,56 9 0,-56-5 0,54 2 0,222-9 0,-307 1-5,1 0 0,-1 0 1,0-1-1,0 1 0,1-1 0,-1 0 0,0 0 1,0 0-1,0-1 0,0 1 0,0-1 1,0 0-1,-1 0 0,1-1 0,0 1 0,-1-1 1,4-3-1,-4 2-40,0 0-1,0 0 1,0 0 0,-1-1-1,0 0 1,1 1-1,-1-1 1,-1 0 0,1 0-1,-1 0 1,0 0 0,0 0-1,0-11 1,-1-183-1335,-2 86 627,2 91 723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5:09.87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535 1 4915,'-11'1'207,"-1"1"0,1 1 1,0 0-1,0 0 0,0 1 0,-17 9 0,-6 2 70,-5-2-66,20-7-27,-1 1 0,-20 10 0,40-17-173,0 0-1,0 0 1,-1 0-1,1 0 1,0 0-1,-1 0 1,1 0-1,0 0 1,0 0-1,-1 1 1,1-1-1,0 0 1,0 0 0,-1 0-1,1 0 1,0 0-1,0 1 1,-1-1-1,1 0 1,0 0-1,0 0 1,0 1-1,-1-1 1,1 0-1,0 0 1,0 1-1,0-1 1,0 0-1,0 0 1,0 1-1,0-1 1,-1 0 0,1 1-1,0-1 1,0 0-1,0 0 1,0 1-1,0-1 1,0 0-1,0 1 1,0-1-1,0 0 1,1 0-1,-1 1 1,0-1-1,0 0 1,0 1-1,0-1 1,18 6 240,25-3 33,490-5 3681,-540 7-3755,0 1 1,0-1-1,-1 0 0,-9 4 0,-14 1 192,0 0 0,-1-3-1,-43 6 1,-10 2 225,17-2-231,24-5 8,0 2 0,-68 25 1,101-29-276,0 0 0,1 0 0,0 1 0,1 0 0,0 1-1,-15 14 1,18-15-33,-1 0-1,0 0 0,-1-1 1,0 0-1,0 0 0,0 0 1,0-2-1,-1 1 0,0-1 1,-12 4-1,3-4 85,0-1 1,0-2-1,0 1 0,-35-4 0,115 1 775,46 0-275,-107 1-657,1 0-1,-1 0 1,1 1 0,-1-1 0,0 0 0,1 1 0,-1-1 0,1 0 0,-1 1 0,1 0 0,-1-1-1,0 1 1,0 0 0,3 1 0,-4-2-12,0 1 0,0-1 0,0 1 0,1-1 0,-1 1 0,0-1 0,0 0-1,0 1 1,0-1 0,0 1 0,0-1 0,0 1 0,0-1 0,0 1 0,0-1 0,0 1 0,0-1 0,0 1-1,0-1 1,-1 0 0,1 1 0,0-1 0,0 1 0,0-1 0,-1 1 0,1-1 0,0 0 0,-1 1-1,1-1 1,-6 6 77,1-1 0,-1 0 0,0 0 0,-9 6 0,-2 1-63,5 0-25,-35 35 0,44-44 0,1 0 0,0 0 0,-1 0 0,1 0 0,1 0 0,-1 0 0,0 1 0,1-1 0,-1 1 0,1-1 0,0 1 0,0 0 0,0 6 0,1-8 0,0-1 0,1 1 0,-1-1 0,1 1 0,-1-1 0,1 0 0,0 1 0,-1-1 0,1 0 0,0 1 0,0-1 0,0 0 0,0 0 0,0 0 0,0 0 0,0 0 0,0 0 0,0 0 0,1 0 0,-1 0 0,0-1 0,1 1 0,-1-1 0,0 1 0,1-1 0,-1 1 0,1-1 0,-1 1 0,2-1 0,48 4 0,-46-4 0,667-4 0,374 4 0,-1010-2 0,-1-3 0,0 0 0,49-15 0,-66 15 0,34-12 0,-38 12 0,0 0 0,0 1 0,24-4 0,36-6 0,-56 10 0,0 0 0,1 1 0,-1 1 0,38 1 0,-54 1 0,0 0 0,0 0 0,0 0 0,0 0 0,0 1 0,0-1 0,0 0 0,-1 1 0,1 0 0,0-1 0,0 1 0,0 0 0,0 0 0,-1 0 0,1 0 0,0 0 0,-1 0 0,1 1 0,-1-1 0,0 1 0,1-1 0,-1 1 0,0-1 0,0 1 0,0 0 0,0-1 0,0 1 0,0 0 0,0 0 0,-1 0 0,1 0 0,-1-1 0,1 1 0,-1 0 0,0 0 0,0 0 0,0 0 0,0 0 0,0 0 0,0 0 0,0 0 0,-1 0 0,1 0 0,-1 0 0,1 0 0,-2 2 0,-1 5 0,-1 0 0,1 0 0,-2 0 0,0 0 0,0-1 0,0 1 0,-1-1 0,-7 7 0,6-8 0,1 0 0,-1-1 0,0 0 0,-1-1 0,1 0 0,-17 9 0,20-13 0,0 1 0,-1 0 0,1-1 0,-1 0 0,0 0 0,1 0 0,-1 0 0,0-1 0,1 0 0,-1 0 0,0 0 0,0 0 0,1-1 0,-1 0 0,-4-1 0,8 2-3,0 0 0,0-1 0,0 1-1,0 0 1,1 0 0,-1-1 0,0 1 0,0-1 0,1 1 0,-1 0-1,0-1 1,0 1 0,1-1 0,-1 0 0,0 1 0,1-1 0,-1 1 0,1-1-1,-1 0 1,1 0 0,-1 1 0,1-1 0,0 0 0,-1 0 0,1 1-1,0-1 1,-1-2 0,1 2-5,1-1 1,-1 1-1,0-1 0,1 1 0,-1 0 0,1-1 1,-1 1-1,1-1 0,0 1 0,0 0 1,-1-1-1,1 1 0,0 0 0,2-1 0,4-5-2,0 0-1,0 1 0,14-9 1,-7 7 12,1 1 0,0 0 1,1 1-1,17-5 0,29-12 6,-13 0-1,-55 24-4,-1 0-1,0 0 1,0-1 0,0 0-1,1 0 1,-1 0-1,0-1 1,-10-3 0,-64-16-64,47 6-280,1-2-1,0-1 1,2-1 0,-54-42 0,-13-7-84,84 59 438,0 1 0,0 1-1,-1 0 1,0 1 0,0 0 0,0 2 0,-1-1-1,1 2 1,-17-1 0,-22 1 73,-70 7 1,26 0-13,-795-4 752,459-2-330,370 1-484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5:19.21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837 1 4915,'-12'0'160,"0"1"-1,0 0 1,0 1-1,0 1 1,0 0 0,1 1-1,-1 0 1,1 0 0,0 1-1,0 1 1,1 0-1,-19 14 1,9-7 27,8-6-87,1-1-1,0 2 0,1 0 1,0 0-1,0 1 0,1 0 1,0 0-1,0 1 0,-10 16 1,19-25-84,-1 0 0,1 0 0,0-1 1,-1 1-1,1 0 0,0 0 0,0-1 1,-1 1-1,1 0 0,0 0 0,0 0 1,0 0-1,0-1 0,0 1 0,0 0 1,0 0-1,0 0 0,1 0 0,-1-1 1,0 1-1,0 0 0,1 0 0,-1-1 1,0 1-1,1 0 0,-1 0 0,1-1 1,-1 1-1,1 0 0,-1-1 0,1 1 0,-1-1 1,1 1-1,0-1 0,-1 1 0,1-1 1,0 1-1,-1-1 0,1 1 0,0-1 1,0 0-1,0 0 0,-1 1 0,1-1 1,2 0-1,43 6 614,-38-6-596,199 3 1283,49 3 549,-23 11-664,-230-17-1177,0 1 1,-1-1-1,1 0 0,-1 1 1,1 0-1,0-1 1,-1 1-1,0 0 0,1 1 1,-1-1-1,0 0 0,1 1 1,-1-1-1,0 1 1,2 2-1,-3-4-11,-1 1 0,1 0 1,-1-1-1,0 1 0,1 0 0,-1-1 0,0 1 0,0 0 0,0-1 1,1 1-1,-1 0 0,0-1 0,0 1 0,0 0 0,0 0 1,0-1-1,0 1 0,0 0 0,0-1 0,-1 1 0,1 1 1,-1 0 9,0 0 1,0-1-1,0 1 1,0 0 0,0-1-1,-1 1 1,1-1-1,0 0 1,-1 1 0,1-1-1,-4 2 1,-8 5 169,-1 0-1,-1-1 1,1-1 0,-1 0 0,0-1 0,-27 6-1,-2-2 325,-51 2-1,-377-5 2957,272-9-2113,94 2-818,-122 3-355,225-2-188,1 0 0,0 0 0,-1 1 0,1-1 0,-1 0 0,1 1 0,0 0 0,-1-1 0,1 1 0,0 0 0,0 0 0,0 1 0,0-1 0,0 0 0,0 1 0,0-1 0,0 1 0,0-1 0,1 1 0,-1 0 0,0 0 0,1 0 0,0 0 0,-1 0 0,1 0 0,0 0 0,0 0 0,0 1 0,1-1 0,-1 0 0,0 1 0,1-1 0,0 0 0,-1 1 0,1-1 0,0 1 0,0-1 0,0 0 0,1 1 0,-1-1 0,0 1 0,1-1 0,0 0 0,-1 1 0,1-1 0,0 0 0,0 0 0,1 0 0,-1 0 0,0 0 0,1 0 0,2 3 0,-1-1 0,1-1 0,-1 0 0,1 0 0,0 0 0,0 0 0,0-1 0,0 1 0,1-1 0,-1 0 0,1 0 0,-1-1 0,1 0 0,-1 1 0,1-1 0,5 0 0,12 1 0,44 0 0,-42-3 0,1219-3 0,-33 4 0,-1203 0 0,1 1 0,-1 0 0,1 0 0,-1 1 0,1-1 0,-1 2 0,0-1 0,0 1 0,0 0 0,-1 0 0,1 1 0,-1 0 0,1 0 0,-1 1 0,-1 0 0,1 0 0,-1 0 0,6 7 0,-5-4 0,-1-1 0,0 0 0,0 1 0,0 0 0,-1 0 0,-1 1 0,0-1 0,0 1 0,0 0 0,-1-1 0,0 1 0,-1 0 0,0 0 0,0 17 0,-1-24 0,-1 1 0,1 0 0,0-1 0,-1 1 0,0-1 0,0 1 0,0-1 0,0 0 0,0 1 0,0-1 0,0 0 0,-1 0 0,1 1 0,-1-1 0,0 0 0,0-1 0,0 1 0,1 0 0,-2 0 0,1-1 0,0 1 0,0-1 0,0 0 0,-1 0 0,1 0 0,0 0 0,-1 0 0,1 0 0,-1-1 0,0 1 0,-3 0 0,-11 1 0,1-1 0,-1-1 0,1 0 0,-17-3 0,6 2 0,-690-4 0,395 7 0,-975-2 0,1339 2 0,54 10 0,30 1 0,-123-13 0,36 4 0,-38-4 0,0 0 0,0 0 0,1 0 0,-1 1 0,0-1 0,0 1 0,0-1 0,0 0 0,0 1 0,0 0 0,0-1 0,0 1 0,0 0 0,0-1 0,0 1 0,-1 0 0,1 0 0,0 0 0,0 0 0,-1-1 0,1 1 0,0 0 0,-1 1 0,1-1 0,-1 0 0,1 0 0,-1 0 0,1 2 0,-2-2 0,1 0 0,0 0 0,-1 0 0,1 0 0,0 0 0,-1 0 0,0 0 0,1 0 0,-1-1 0,1 1 0,-1 0 0,0 0 0,0 0 0,1-1 0,-1 1 0,0 0 0,0-1 0,0 1 0,0-1 0,0 1 0,0-1 0,0 1 0,0-1 0,0 0 0,0 1 0,0-1 0,0 0 0,-1 0 0,-34 6 0,33-6 0,-123 1 0,212-2 0,-41 0 0,1 1 0,81 11 0,-50 0 0,0-4 0,156-7 0,-98-2 0,1156 2 0,-1269 1 0,-1 2 0,40 9 0,-11-2 0,11 7 0,-43-13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5:28.72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18255,'0'502'0,"2323"-502"0,-2323-502 0,-2323 502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5:31.6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56 4915,'818'0'6278,"-781"-2"-5883,56-10 1,-54 6 124,40-1 1,-13 6 222,80-13 0,-61 5 115,1 4-1,99 7 1,-52 0 354,306-2 1341,-435 0-2513,1 0 0,-1 0-1,0 1 1,0-1 0,1 1 0,-1 0 0,0 0-1,0 1 1,0-1 0,0 1 0,0 0 0,0 0-1,0 0 1,-1 0 0,1 1 0,2 2 0,0 1 55,-1 1 1,0-1 0,-1 0-1,1 1 1,-1 0-1,-1 0 1,6 15 0,-3-4-25,-2 1 1,-1 0 0,0 0 0,-1 0 0,-1 0-1,-1 0 1,0 0 0,-4 22 0,3-39-72,1 1 0,0-1 0,-1 0 0,1 1 0,-1-1 0,0 1 0,1-1 0,-1 0 0,0 0 0,-1 0 0,1 1 0,0-1 0,-1 0 0,1-1 0,-1 1 0,1 0 0,-1 0 0,0-1 0,0 1 0,0-1 0,0 1 0,-3 1 0,-11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10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our team presents the Sorting and Searching Visualizer, an interactive platform designed to demystify classic algorithmic decisions through real-time animation, step metrics, and rigorous performance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frequently struggle to comprehend what happens between input and output. We address three core obstacles: hidden pointer operations, variable real-world data sizes, and the challenge of proving algorithm prerequisites like sorted preconditions.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provides an interactive laboratory. By exposing pointer states, element colors, and precise operational counters in real time, learners build lasting intuition about algorithmic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flowchart traces our execution pipeline from left to right. Notice Stage 2: when a user initiates Binary Search on unsorted data, the system flags the invariant, sorts the array with an explanation, and ensures correct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tech stack remains completely vanilla HTML, CSS, and modern JavaScript, ensuring rapid browser execution with zero package bloat. The table outlines how each chosen algorithm demonstrates distinct algorithmic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system demonstration followed by an assessment of user learning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roadmap, including graph algorithms, custom data structure visualizations, and classroom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3.png"/><Relationship Id="rId4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5486263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b="1" kern="100" spc="-40" dirty="0">
                <a:solidFill>
                  <a:srgbClr val="F2F2F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MALLAREDDY VISWAVIDYAPEETH TECHNICAL CAMPUS</a:t>
            </a:r>
            <a:endParaRPr lang="en-US" sz="40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2000" kern="100" spc="-4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ALGOFORGE-HACKATHON</a:t>
            </a:r>
            <a:endParaRPr lang="en-US" sz="40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Sorting and Searching Visualizer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58786" y="2794000"/>
            <a:ext cx="5486263" cy="45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Make algorithm behavior visible through animated data, step counts, comparisons, and timing.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58786" y="5316934"/>
            <a:ext cx="259073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8786" y="5599509"/>
            <a:ext cx="259073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A.Manoj</a:t>
            </a: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· 25MVCSMR0632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D. Harijeet</a:t>
            </a: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· 25MVCSMR0641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54314" y="5599509"/>
            <a:ext cx="259073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P.Pavan</a:t>
            </a: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· 25MVCSMR0696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A.Abhinandhu</a:t>
            </a: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· 25MVCSMR0708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8786" y="6161484"/>
            <a:ext cx="594345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Academic Year 2025–2026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22939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Algorithms operate as black boxes when execution stays hidden.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016151"/>
            <a:ext cx="3352716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280866"/>
            <a:ext cx="155124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PROBLEM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9585" y="3593207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Invisible Internal State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9585" y="4027289"/>
            <a:ext cx="335271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Learners observe only the raw input and final output, masking pointer updates, pivot splits, and conditional checks.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19489" y="3016151"/>
            <a:ext cx="3352716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9" name="Text 7"/>
          <p:cNvSpPr/>
          <p:nvPr/>
        </p:nvSpPr>
        <p:spPr>
          <a:xfrm>
            <a:off x="4419489" y="3280866"/>
            <a:ext cx="156523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PROBLEM 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19489" y="3593207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Unpredictable Real Data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19489" y="4027289"/>
            <a:ext cx="335271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Real-world datasets arrive unsorted, vary widely in size, and require explainable efficiency trade-offs under scale.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394" y="3016151"/>
            <a:ext cx="3352716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394" y="3280866"/>
            <a:ext cx="156593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PROBLEM 03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394" y="3593207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Measurement &amp; Invariants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229394" y="4027289"/>
            <a:ext cx="335271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Tracking comparisons and elapsed runtime consistently is difficult without showing why Binary Search strictly demands sorted input.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81663" y="5916826"/>
            <a:ext cx="100089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 / 7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26EA23F-952D-8A60-164C-FF61084ABE05}"/>
                  </a:ext>
                </a:extLst>
              </p14:cNvPr>
              <p14:cNvContentPartPr/>
              <p14:nvPr/>
            </p14:nvContentPartPr>
            <p14:xfrm>
              <a:off x="10424432" y="6529790"/>
              <a:ext cx="1971000" cy="283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26EA23F-952D-8A60-164C-FF61084ABE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06432" y="6511790"/>
                <a:ext cx="20066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10343DD-B91A-B761-EBC9-B9739767F42C}"/>
                  </a:ext>
                </a:extLst>
              </p14:cNvPr>
              <p14:cNvContentPartPr/>
              <p14:nvPr/>
            </p14:nvContentPartPr>
            <p14:xfrm>
              <a:off x="11013752" y="5963870"/>
              <a:ext cx="416880" cy="129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10343DD-B91A-B761-EBC9-B9739767F4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50752" y="5900870"/>
                <a:ext cx="542520" cy="25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OUR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22939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Transforming abstract logic into an observable decision engine.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499916"/>
            <a:ext cx="2400240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50840"/>
            <a:ext cx="82012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4267" y="2764631"/>
            <a:ext cx="139954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VISIBILITY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4267" y="3076972"/>
            <a:ext cx="2005558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Observable Decisions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04267" y="3811786"/>
            <a:ext cx="2005558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Shifts focus from static return values to active state transitions at every cycle.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67013" y="2499916"/>
            <a:ext cx="2400240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2750840"/>
            <a:ext cx="83758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79158" y="2764631"/>
            <a:ext cx="154182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INSPECTION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79158" y="3076972"/>
            <a:ext cx="1988096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Visual Array Dynamics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879158" y="3811786"/>
            <a:ext cx="1988096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Dynamic bar heights illuminate active pointers, pivot partitions, swaps, and target matches.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24442" y="2499916"/>
            <a:ext cx="2400240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2750840"/>
            <a:ext cx="83857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37578" y="2764631"/>
            <a:ext cx="168002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BENCHMARKS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37578" y="3076972"/>
            <a:ext cx="1987103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Unified Metrics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737578" y="3511054"/>
            <a:ext cx="1987103" cy="160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Simultaneous tracking of step counts, comparison tallies, and microsecond timing metrics.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81870" y="2499916"/>
            <a:ext cx="2400240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0" name="Text 18"/>
          <p:cNvSpPr/>
          <p:nvPr/>
        </p:nvSpPr>
        <p:spPr>
          <a:xfrm>
            <a:off x="9181870" y="2750840"/>
            <a:ext cx="84294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599372" y="2764631"/>
            <a:ext cx="156295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WORKSPACE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599372" y="3076972"/>
            <a:ext cx="1982738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Interactive Control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9599372" y="3811786"/>
            <a:ext cx="1982738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Generate custom data, adjust playback speeds, pause, step forward, and reset instantly.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09585" y="5829796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25" name="Text 23"/>
          <p:cNvSpPr/>
          <p:nvPr/>
        </p:nvSpPr>
        <p:spPr>
          <a:xfrm>
            <a:off x="11190206" y="6444952"/>
            <a:ext cx="1001489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 / 7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D04DFF9-D7FD-5C6C-1B8E-4C893E8B6C32}"/>
                  </a:ext>
                </a:extLst>
              </p14:cNvPr>
              <p14:cNvContentPartPr/>
              <p14:nvPr/>
            </p14:nvContentPartPr>
            <p14:xfrm>
              <a:off x="11742392" y="6559310"/>
              <a:ext cx="379440" cy="267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D04DFF9-D7FD-5C6C-1B8E-4C893E8B6C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24392" y="6541310"/>
                <a:ext cx="4150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5EB5533-7E4D-F25B-0DD9-A906FA6611BF}"/>
                  </a:ext>
                </a:extLst>
              </p14:cNvPr>
              <p14:cNvContentPartPr/>
              <p14:nvPr/>
            </p14:nvContentPartPr>
            <p14:xfrm>
              <a:off x="11006912" y="6581630"/>
              <a:ext cx="724320" cy="24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5EB5533-7E4D-F25B-0DD9-A906FA6611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43912" y="6518630"/>
                <a:ext cx="8499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334DC86-E727-F46C-FD23-F1540D1B9922}"/>
                  </a:ext>
                </a:extLst>
              </p14:cNvPr>
              <p14:cNvContentPartPr/>
              <p14:nvPr/>
            </p14:nvContentPartPr>
            <p14:xfrm>
              <a:off x="11073152" y="6512510"/>
              <a:ext cx="936360" cy="215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334DC86-E727-F46C-FD23-F1540D1B99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10152" y="6449870"/>
                <a:ext cx="1062000" cy="34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229394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unified four-stage execution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99035"/>
            <a:ext cx="73281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926060"/>
            <a:ext cx="251453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Input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384451"/>
            <a:ext cx="251453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Enter or generate an array and choose an algorithm.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81310" y="2599035"/>
            <a:ext cx="75692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81310" y="2926060"/>
            <a:ext cx="228594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Processing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81310" y="3384451"/>
            <a:ext cx="2285943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Decision:</a:t>
            </a: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When Binary Search is selected, prepare sorted input. Validate data and initialize counters.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24442" y="2599035"/>
            <a:ext cx="75821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24442" y="2926060"/>
            <a:ext cx="228594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Algorithm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4442" y="3384451"/>
            <a:ext cx="228594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Visualize divisions and merges, pivot partitions, or repeated search-interval halving.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67573" y="2599035"/>
            <a:ext cx="7645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067573" y="2926060"/>
            <a:ext cx="251453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67573" y="3384451"/>
            <a:ext cx="2514537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Show the final order or match, step count, comparisons, elapsed time, and an execution summary.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346366" y="2599035"/>
            <a:ext cx="12700" cy="2120404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9498" y="2599035"/>
            <a:ext cx="12700" cy="2120404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8" name="Shape 16"/>
          <p:cNvSpPr/>
          <p:nvPr/>
        </p:nvSpPr>
        <p:spPr>
          <a:xfrm>
            <a:off x="8832629" y="2599035"/>
            <a:ext cx="12700" cy="2120404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9" name="Text 17"/>
          <p:cNvSpPr/>
          <p:nvPr/>
        </p:nvSpPr>
        <p:spPr>
          <a:xfrm>
            <a:off x="11187329" y="6444952"/>
            <a:ext cx="1004366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/ 7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C9F9D9F-C09A-CD8D-1326-773BC5368211}"/>
                  </a:ext>
                </a:extLst>
              </p14:cNvPr>
              <p14:cNvContentPartPr/>
              <p14:nvPr/>
            </p14:nvContentPartPr>
            <p14:xfrm>
              <a:off x="11144072" y="6484430"/>
              <a:ext cx="897480" cy="253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C9F9D9F-C09A-CD8D-1326-773BC53682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81072" y="6421790"/>
                <a:ext cx="1023120" cy="37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TECHNOLOGY USED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22939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 with native standards for zero-dependency portability.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50852"/>
          <a:ext cx="11061735" cy="2707117"/>
        </p:xfrm>
        <a:graphic>
          <a:graphicData uri="http://schemas.openxmlformats.org/drawingml/2006/table">
            <a:tbl>
              <a:tblPr/>
              <a:tblGrid>
                <a:gridCol w="2165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9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Algorithm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Mechanism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Pedagogical Value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Complexity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Merge Sort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Divide &amp; Conquer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Visualizes recursive array sub-division and sorted merging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O(n log n)</a:t>
                      </a: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 stable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Quick Sort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Pivot Partitioning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Illustrates in-place pointer swapping and partition balance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Avg </a:t>
                      </a:r>
                      <a:r>
                        <a:rPr lang="en-US" sz="1450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O(n log n)</a:t>
                      </a: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 · Worst O(n²)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Binary Search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Interval Halving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Demonstrates logarithmic boundaries on pre-sorted arrays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O(log n)</a:t>
                      </a: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 search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935835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HTML5 Semantic Structure</a:t>
            </a:r>
            <a:endParaRPr lang="en-US" sz="1850" dirty="0"/>
          </a:p>
        </p:txBody>
      </p:sp>
      <p:sp>
        <p:nvSpPr>
          <p:cNvPr id="4" name="Text 3"/>
          <p:cNvSpPr/>
          <p:nvPr/>
        </p:nvSpPr>
        <p:spPr>
          <a:xfrm>
            <a:off x="609585" y="5369917"/>
            <a:ext cx="335271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Provides accessible canvas containers, parameter controls, and clean component nesting.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19489" y="4935835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CSS3 Custom Properties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419489" y="5369917"/>
            <a:ext cx="3352716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Drives responsive bar heights, color-coded comparison markers, and transition easing.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394" y="4935835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JavaScript ES6 Engine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229394" y="5369917"/>
            <a:ext cx="335271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Async generator control for pause/step execution, comparison tracking, and high-res timers.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90801" y="6444952"/>
            <a:ext cx="100089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 / 7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53FA027-C7FE-A292-8138-1449520BEF5D}"/>
                  </a:ext>
                </a:extLst>
              </p14:cNvPr>
              <p14:cNvContentPartPr/>
              <p14:nvPr/>
            </p14:nvContentPartPr>
            <p14:xfrm>
              <a:off x="11035352" y="6409910"/>
              <a:ext cx="1020600" cy="325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53FA027-C7FE-A292-8138-1449520BEF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72352" y="6347270"/>
                <a:ext cx="1146240" cy="45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122" y="3280271"/>
            <a:ext cx="297351" cy="2973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92919"/>
            <a:ext cx="10972526" cy="58721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87924" y="6444952"/>
            <a:ext cx="1003771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 / 7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600060" y="3429000"/>
            <a:ext cx="10982050" cy="6350"/>
          </a:xfrm>
          <a:prstGeom prst="line">
            <a:avLst/>
          </a:prstGeom>
          <a:solidFill>
            <a:srgbClr val="FFC247"/>
          </a:solidFill>
          <a:ln w="12700">
            <a:solidFill>
              <a:srgbClr val="FFC24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798992" y="203200"/>
            <a:ext cx="1203295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INPUT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708507" y="6419751"/>
            <a:ext cx="1384265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</a:t>
            </a:r>
            <a:endParaRPr lang="en-US" sz="1450" dirty="0"/>
          </a:p>
        </p:txBody>
      </p:sp>
      <p:sp>
        <p:nvSpPr>
          <p:cNvPr id="8" name="Shape"/>
          <p:cNvSpPr/>
          <p:nvPr/>
        </p:nvSpPr>
        <p:spPr>
          <a:xfrm rot="5400000">
            <a:off x="6324442" y="168275"/>
            <a:ext cx="457189" cy="152400"/>
          </a:xfrm>
          <a:prstGeom prst="rightArrow">
            <a:avLst>
              <a:gd name="adj1" fmla="val 30000"/>
              <a:gd name="adj2" fmla="val 50000"/>
            </a:avLst>
          </a:prstGeom>
          <a:solidFill>
            <a:srgbClr val="FFC247"/>
          </a:solidFill>
          <a:ln/>
        </p:spPr>
      </p:sp>
      <p:sp>
        <p:nvSpPr>
          <p:cNvPr id="9" name="Shape"/>
          <p:cNvSpPr/>
          <p:nvPr/>
        </p:nvSpPr>
        <p:spPr>
          <a:xfrm rot="16200000">
            <a:off x="5343391" y="6511925"/>
            <a:ext cx="514337" cy="171450"/>
          </a:xfrm>
          <a:prstGeom prst="rightArrow">
            <a:avLst>
              <a:gd name="adj1" fmla="val 30000"/>
              <a:gd name="adj2" fmla="val 50000"/>
            </a:avLst>
          </a:prstGeom>
          <a:solidFill>
            <a:srgbClr val="FFC247"/>
          </a:solidFill>
          <a:ln/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945986-E5B0-F99E-E177-3190F2C0CF5E}"/>
              </a:ext>
            </a:extLst>
          </p:cNvPr>
          <p:cNvSpPr/>
          <p:nvPr/>
        </p:nvSpPr>
        <p:spPr>
          <a:xfrm>
            <a:off x="11000792" y="6444952"/>
            <a:ext cx="1191208" cy="413048"/>
          </a:xfrm>
          <a:prstGeom prst="rect">
            <a:avLst/>
          </a:prstGeom>
          <a:solidFill>
            <a:srgbClr val="2D37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06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3463528"/>
            <a:ext cx="10972526" cy="2936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-ACHIEVED-</a:t>
            </a:r>
            <a:endParaRPr lang="en-US" sz="1450" dirty="0"/>
          </a:p>
          <a:p>
            <a:pPr marL="0" indent="0" algn="ctr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This fully addresses all problem statement requirements by supporting Merge Sort, Quick Sort, and Binary Search in a single interactive dashboard.Provides an empirical dashboard tracking Comparisons, Steps/Swaps, and Execution Time (ms) in real time.</a:t>
            </a:r>
            <a:endParaRPr lang="en-US" sz="1450" dirty="0"/>
          </a:p>
          <a:p>
            <a:pPr marL="0" indent="0" algn="ctr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-FUTURE IMPROVEMENTS-</a:t>
            </a:r>
            <a:endParaRPr lang="en-US" sz="1450" dirty="0"/>
          </a:p>
          <a:p>
            <a:pPr marL="0" indent="0" algn="ctr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Expand coverage to include non-linear and graph-based algorithms like Heap Sort, Radix Sort, Dijkstra’s Algorithm, and BFS/DFS Pathfinding.Algorithm Comparison Mode: Implement a split-screen visualizer mode to run two algorithms simultaneously on the exact same array to compare step counts and time complexities side-by-side</a:t>
            </a:r>
            <a:endParaRPr lang="en-US" sz="1450" dirty="0"/>
          </a:p>
          <a:p>
            <a:pPr marL="0" indent="0" algn="ctr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-FINAL TAKEAWAY-</a:t>
            </a:r>
            <a:endParaRPr lang="en-US" sz="1450" dirty="0"/>
          </a:p>
          <a:p>
            <a:pPr marL="0" indent="0" algn="ctr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This Sorting and Searching Visualizer transforms static, abstract computer science theory into an interactive, visual, and quantifiable learning experience.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11196457" y="6444952"/>
            <a:ext cx="995238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7 / 7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5902A0-7F78-88A2-887F-21D85BE5DCB5}"/>
                  </a:ext>
                </a:extLst>
              </p14:cNvPr>
              <p14:cNvContentPartPr/>
              <p14:nvPr/>
            </p14:nvContentPartPr>
            <p14:xfrm>
              <a:off x="11172872" y="6533750"/>
              <a:ext cx="836640" cy="181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5902A0-7F78-88A2-887F-21D85BE5DC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09872" y="6470750"/>
                <a:ext cx="962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115981-C3CA-3EDC-2C5A-735B3A48D146}"/>
                  </a:ext>
                </a:extLst>
              </p14:cNvPr>
              <p14:cNvContentPartPr/>
              <p14:nvPr/>
            </p14:nvContentPartPr>
            <p14:xfrm>
              <a:off x="11261792" y="6604670"/>
              <a:ext cx="842040" cy="123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115981-C3CA-3EDC-2C5A-735B3A48D1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99152" y="6541670"/>
                <a:ext cx="967680" cy="24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786</Words>
  <Application>Microsoft Office PowerPoint</Application>
  <PresentationFormat>Widescreen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Golos Text SemiBold</vt:lpstr>
      <vt:lpstr>Arial</vt:lpstr>
      <vt:lpstr>Playfair Display Bold</vt:lpstr>
      <vt:lpstr>Golos Text Medium</vt:lpstr>
      <vt:lpstr>Golos Text</vt:lpstr>
      <vt:lpstr>Golos Text Bold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dumpati harijeeth</cp:lastModifiedBy>
  <cp:revision>1</cp:revision>
  <dcterms:created xsi:type="dcterms:W3CDTF">2026-10-03T06:52:56Z</dcterms:created>
  <dcterms:modified xsi:type="dcterms:W3CDTF">2026-10-03T06:57:19Z</dcterms:modified>
</cp:coreProperties>
</file>